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035040"/>
            <a:ext cx="3200400" cy="18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6126480"/>
            <a:ext cx="1645920" cy="1828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D4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热环境与热舒适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COMFORT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555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VIDEOS  ·  ~27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2700000">
            <a:off x="11247120" y="274320"/>
            <a:ext cx="548640" cy="548640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你的身体如何感受建筑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"闭上眼睛感受一下——你觉得冷、热、还是刚好？"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热舒适定义——人对热环境表示满意的心理状态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热感觉主观评分：1-7分（很冷→很热，4=中性）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同一教室、同一温度，为什么有人喊冷有人喊热？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建筑师设计的不只是空间，而是人的热体验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Fanger教授的故事：几百个大学生打分，拟合出PMV方程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从今天起，用「热舒适」的视角看每一座建筑。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人体热平衡：你就是行走的散热器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"原地高抬腿30秒——你现在热了吗？热量从哪来的？"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人体热平衡方程：M ± R ± C − E = ΔS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代谢率(met)：睡觉0.7 / 静坐1.0 / 站立2.0 / 打篮球8.0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服装热阻(clo)：短袖0.1 / 西装1.0 / 羽绒服3.0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人体散热途径占比：辐射45%、对流30%、蒸发25%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你是一个恒温37°C的散热器——建筑的任务是帮你维持热平衡。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温度大将军：最直观的热环境要素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"冬天在宿舍打游戏，没开空调，手指僵了——为什么？"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空气温度（干球温度）定义与舒适范围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夏季24-28°C / 冬季18-24°C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垂直温差——头脚温差大于3°C→不舒服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地暖 vs 暖气片的垂直温度分布差异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好的温度设计，从脚到头温差不超过3°C。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辐射隐形侠：没有介质也能传热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3.5min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"冬天出太阳，站到窗边——空气温度没变，但你暖洋洋的。为什么？"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平均辐射温度(MRT)：周围各表面温度的加权平均值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黑球温度计原理——黑色空心铜球吸收四周辐射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窗边MRT可能比气温低5-10°C——冷窗效应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建筑师直接影响MRT——围护结构保温决定一切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你的身体不只在感受空气温度，更在和四面墙壁「对话」。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湿度黏人精：武汉为什么比北京更难熬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"同样35°C，武汉和北京哪个更难熬？湖北的同学秒懂。"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相对湿度定义与舒适范围30%-70%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高湿度+高温：汗液蒸发受阻→散热能力下降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武汉35°C+RH80% 体感 &gt;&gt; 北京35°C+RH30%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南方促进通风除湿 / 北方防止过度干燥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湿度不直接让你热，但它阻止你散热——这才是「闷」的物理本质。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风速小帮手：最便宜的热舒适调节器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"夏天开风扇——空气温度一点没变，但你凉快了。魔法在哪？"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气流速度舒适范围：夏季0.15-0.3m/s，冬季＜0.15m/s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风的对流散热加速——带走皮肤表面热空气层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吹风感(Draft)：冬季冷空气贴着地面灌入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门窗位置决定通风路径→建筑师决定风怎么走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风是「最便宜」的热舒适调节器——不需要一度电，只需要一个聪明的开口。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V07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PMV：把「感觉」变成数字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"你能不能用一个数字——就一个——告诉我一个房间到底舒不舒服？PMV就是答案。"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PMV预测平均热感觉投票：−3(冷)～0(最佳)～+3(热)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六个输入参数：气温、MRT、湿度、风速、met、clo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Fanger热舒适方程——六个参数→一个PMV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 7730推荐：−0.5～+0.5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建筑师能直接干预MRT和风速，间接影响温度和湿度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PMV把一个主观的「感觉」变成了可以计算、可以比较、可以优化的科学指标。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6576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92840" y="685800"/>
            <a:ext cx="73152" cy="7315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0" y="228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D4FF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V08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PPD：为什么总有人不满意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" cy="411480"/>
          </a:xfrm>
          <a:prstGeom prst="roundRect">
            <a:avLst>
              <a:gd name="adj" fmla="val 8889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188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3min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1371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"即使你把房间调到「理论最佳」——仍有5%的人会觉得不舒服。为什么？"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25603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POINTS  知识点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PPD预测不满意百分比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PMV=0→PPD=5%，PMV=±1→PPD≈27%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个体差异：代谢率、服装、心理预期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200"/>
              </a:spcAft>
              <a:buSzPct val="100000"/>
              <a:buChar char="●"/>
            </a:pPr>
            <a:r>
              <a:rPr lang="en-US" sz="1500" dirty="0">
                <a:solidFill>
                  <a:srgbClr val="CCCC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好的设计：让大多数人舒适，给少数人调节自由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411480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0D0D1A"/>
          </a:solidFill>
          <a:ln w="1016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297680"/>
            <a:ext cx="36576" cy="1280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42976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5%的「不满意」是自然规律——好的设计给用户一扇可以自己开的窗。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6035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44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QUOTE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91695" cy="274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333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建筑物理-1（热工）· BUILDING PHYSICS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2026-07-06T11:08:30Z</dcterms:created>
  <dcterms:modified xsi:type="dcterms:W3CDTF">2026-07-06T11:08:30Z</dcterms:modified>
</cp:coreProperties>
</file>